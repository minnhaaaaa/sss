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f9d03f8c34415" /><Relationship Type="http://schemas.openxmlformats.org/officeDocument/2006/relationships/extended-properties" Target="/docProps/app.xml" Id="R62674ce6d32d4ab5" /><Relationship Type="http://schemas.openxmlformats.org/officeDocument/2006/relationships/officeDocument" Target="/ppt/presentation.xml" Id="R60590ab003804a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d00699e4c44f8f"/>
  </p:sldMasterIdLst>
  <p:notesMasterIdLst>
    <p:notesMasterId xmlns:r="http://schemas.openxmlformats.org/officeDocument/2006/relationships" r:id="R9bc6acf7e51449e3"/>
  </p:notesMasterIdLst>
  <p:sldIdLst>
    <p:sldId xmlns:r="http://schemas.openxmlformats.org/officeDocument/2006/relationships" id="256" r:id="R49bdcbc5ec204f50"/>
    <p:sldId xmlns:r="http://schemas.openxmlformats.org/officeDocument/2006/relationships" id="257" r:id="Rf7ac2353e7d744ca"/>
    <p:sldId xmlns:r="http://schemas.openxmlformats.org/officeDocument/2006/relationships" id="258" r:id="R712f9b3e5cbd4f27"/>
    <p:sldId xmlns:r="http://schemas.openxmlformats.org/officeDocument/2006/relationships" id="259" r:id="Ra5f1c568060644dd"/>
    <p:sldId xmlns:r="http://schemas.openxmlformats.org/officeDocument/2006/relationships" id="260" r:id="R24154d69be024b11"/>
    <p:sldId xmlns:r="http://schemas.openxmlformats.org/officeDocument/2006/relationships" id="261" r:id="R7b677d7318074112"/>
    <p:sldId xmlns:r="http://schemas.openxmlformats.org/officeDocument/2006/relationships" id="262" r:id="R116e07035229433c"/>
    <p:sldId xmlns:r="http://schemas.openxmlformats.org/officeDocument/2006/relationships" id="263" r:id="R96301194a110476f"/>
    <p:sldId xmlns:r="http://schemas.openxmlformats.org/officeDocument/2006/relationships" id="264" r:id="R586f25880d1848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0dc01ccc214aa4" /><Relationship Type="http://schemas.openxmlformats.org/officeDocument/2006/relationships/slideMaster" Target="/ppt/slideMasters/slideMaster1.xml" Id="Rc3d00699e4c44f8f" /><Relationship Type="http://schemas.openxmlformats.org/officeDocument/2006/relationships/notesMaster" Target="/ppt/notesMasters/notesMaster1.xml" Id="R9bc6acf7e51449e3" /><Relationship Type="http://schemas.openxmlformats.org/officeDocument/2006/relationships/presProps" Target="/ppt/presProps.xml" Id="R93034f4bbbb24a01" /><Relationship Type="http://schemas.openxmlformats.org/officeDocument/2006/relationships/tableStyles" Target="/ppt/tableStyles.xml" Id="Rc3e19edc0f174a97" /><Relationship Type="http://schemas.openxmlformats.org/officeDocument/2006/relationships/slide" Target="/ppt/slides/slide1.xml" Id="R49bdcbc5ec204f50" /><Relationship Type="http://schemas.openxmlformats.org/officeDocument/2006/relationships/slide" Target="/ppt/slides/slide2.xml" Id="Rf7ac2353e7d744ca" /><Relationship Type="http://schemas.openxmlformats.org/officeDocument/2006/relationships/slide" Target="/ppt/slides/slide3.xml" Id="R712f9b3e5cbd4f27" /><Relationship Type="http://schemas.openxmlformats.org/officeDocument/2006/relationships/slide" Target="/ppt/slides/slide4.xml" Id="Ra5f1c568060644dd" /><Relationship Type="http://schemas.openxmlformats.org/officeDocument/2006/relationships/slide" Target="/ppt/slides/slide5.xml" Id="R24154d69be024b11" /><Relationship Type="http://schemas.openxmlformats.org/officeDocument/2006/relationships/slide" Target="/ppt/slides/slide6.xml" Id="R7b677d7318074112" /><Relationship Type="http://schemas.openxmlformats.org/officeDocument/2006/relationships/slide" Target="/ppt/slides/slide7.xml" Id="R116e07035229433c" /><Relationship Type="http://schemas.openxmlformats.org/officeDocument/2006/relationships/slide" Target="/ppt/slides/slide8.xml" Id="R96301194a110476f" /><Relationship Type="http://schemas.openxmlformats.org/officeDocument/2006/relationships/slide" Target="/ppt/slides/slide9.xml" Id="R586f25880d1848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9fadb1935b4c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6ec968ca22400a" /><Relationship Type="http://schemas.openxmlformats.org/officeDocument/2006/relationships/notesMaster" Target="/ppt/notesMasters/notesMaster1.xml" Id="R41ab01b6b65c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a0deb159f4944" /><Relationship Type="http://schemas.openxmlformats.org/officeDocument/2006/relationships/notesMaster" Target="/ppt/notesMasters/notesMaster1.xml" Id="R638b8164e36748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d4b7e915844b73" /><Relationship Type="http://schemas.openxmlformats.org/officeDocument/2006/relationships/notesMaster" Target="/ppt/notesMasters/notesMaster1.xml" Id="Rbc2375cc0e194a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76a6f7ab844744" /><Relationship Type="http://schemas.openxmlformats.org/officeDocument/2006/relationships/notesMaster" Target="/ppt/notesMasters/notesMaster1.xml" Id="R82bbbd6959ec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d44e9bced94917" /><Relationship Type="http://schemas.openxmlformats.org/officeDocument/2006/relationships/notesMaster" Target="/ppt/notesMasters/notesMaster1.xml" Id="R7a439e0bc69e4f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a09822b92b4b02" /><Relationship Type="http://schemas.openxmlformats.org/officeDocument/2006/relationships/notesMaster" Target="/ppt/notesMasters/notesMaster1.xml" Id="R1e0118285f0e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e40c9f8c2b4f70" /><Relationship Type="http://schemas.openxmlformats.org/officeDocument/2006/relationships/notesMaster" Target="/ppt/notesMasters/notesMaster1.xml" Id="Red601e3a7ef340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96a1fbd8f24f49" /><Relationship Type="http://schemas.openxmlformats.org/officeDocument/2006/relationships/notesMaster" Target="/ppt/notesMasters/notesMaster1.xml" Id="R5f669dc450e6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6c49969989456a" /><Relationship Type="http://schemas.openxmlformats.org/officeDocument/2006/relationships/notesMaster" Target="/ppt/notesMasters/notesMaster1.xml" Id="R7bd0d033d8b74c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agent install problem. The product demo starts in a terminal, not in the Radar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Slopsquatting is the package equivalent of occupying a name that models repeatedly hallucinate. SSS uses only controlled or attributable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approved package metadata endpoint returning 404 earns conclusive absence. Later registration creates a transition without rewriting T0.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controlled agent fixture. The package-manager shim sees the original argv, calls Guard, records child_started=false and exits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issues a five minute one-use token. The exact retry consumes it and removes token and nonce from the child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Exasol stores both temporal intelligence and durable operational state. API restarts preserve decisions, intervention status and approval consumption.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fixed synthetic values come from demo/fixtures/fixed-intelligence.json and the committed measurement record. Scores are indices, not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exposes only the TLS proxy. Host firewall rules restrict control and gateway egress. Exasol Personal is external to the application Compose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exact terminal proof: block before child execution, then one exact human-authorized retry.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fefa1d186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a71015657f4242" /><Relationship Type="http://schemas.openxmlformats.org/officeDocument/2006/relationships/slideLayout" Target="/ppt/slideLayouts/slideLayout1.xml" Id="R5d9a89e8a4b5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a89e8a4b5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941e0f0554008" /><Relationship Type="http://schemas.openxmlformats.org/officeDocument/2006/relationships/notesSlide" Target="/ppt/notesSlides/notesSlide1.xml" Id="R4444d96173d947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146de1989426c" /><Relationship Type="http://schemas.openxmlformats.org/officeDocument/2006/relationships/notesSlide" Target="/ppt/notesSlides/notesSlide2.xml" Id="Rc23f9798139241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426b501574a63" /><Relationship Type="http://schemas.openxmlformats.org/officeDocument/2006/relationships/notesSlide" Target="/ppt/notesSlides/notesSlide3.xml" Id="Rb01c767d2c5344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36001b36c4887" /><Relationship Type="http://schemas.openxmlformats.org/officeDocument/2006/relationships/notesSlide" Target="/ppt/notesSlides/notesSlide4.xml" Id="R450be77385ea44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4bc053fa64fe4" /><Relationship Type="http://schemas.openxmlformats.org/officeDocument/2006/relationships/notesSlide" Target="/ppt/notesSlides/notesSlide5.xml" Id="R41fb2aec79234d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b906276b34523" /><Relationship Type="http://schemas.openxmlformats.org/officeDocument/2006/relationships/notesSlide" Target="/ppt/notesSlides/notesSlide6.xml" Id="R91ca68dded0a46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e8094a7a34ee5" /><Relationship Type="http://schemas.openxmlformats.org/officeDocument/2006/relationships/notesSlide" Target="/ppt/notesSlides/notesSlide7.xml" Id="R8e0d54ec7e9249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ecbd0baf9459c" /><Relationship Type="http://schemas.openxmlformats.org/officeDocument/2006/relationships/notesSlide" Target="/ppt/notesSlides/notesSlide8.xml" Id="Re861fd92acd449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4a7a7d644bd4" /><Relationship Type="http://schemas.openxmlformats.org/officeDocument/2006/relationships/notesSlide" Target="/ppt/notesSlides/notesSlide9.xml" Id="R7282fbaf260a44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7F579-8E91-4E0E-9B7F-129DFDAE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333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C91AB-1B2D-4B5A-9D1C-DB60306D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430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40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rPr>
              <a:t>SSS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B72AA-483C-483E-97D2-F00E2E47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66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Stop Slop Squatting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1337D-AE41-42E3-8D3A-A9D5BF5C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Temporal package intelligence that stops unsafe agent installs before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36651-801B-4E1A-9BDD-6271944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rPr>
              <a:t>EXASOL  •  PYPI + NPM  •  SELF HOSTED</a:t>
            </a:r>
          </a:p>
        </p:txBody>
      </p:sp>
    </p:spTree>
    <p:extLst>
      <p:ext uri="{BB962C8B-B14F-4D97-AF65-F5344CB8AC3E}">
        <p14:creationId xmlns:p14="http://schemas.microsoft.com/office/powerpoint/2010/main" val="1705635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1E96A-5EF6-4A94-8352-DF683069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 real package can still carry a dangerous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B0C5E-976C-4308-9A84-ADA51EAD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B9CF0-B6EE-4475-80C3-41E3188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D967F-B9DA-49C6-93C4-9C571FDF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84BB7-7ABA-4C23-A74D-96EADC72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recommends a package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that does not exist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F6798-B816-483F-898C-A0318D42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B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A0075-A0D4-48F7-BE43-BC4A26FC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rPr>
              <a:t>ATTACKER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4353E-9366-41B8-9289-C81D1A54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registers the same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plausible name later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6B544-4F6B-47BD-9A8F-A8C96B9F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2E53A-82E6-49AC-A59C-A26D5EF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43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395BD-7E21-4C15-B3CC-D116BF69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finds a valid registry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entry and installs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2143B-843E-47D4-89F7-F822719A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rPr>
              <a:t>A registry lookup answers whether the name exists now. SSS remembers whether trusted systems invented it before it existed.</a:t>
            </a:r>
          </a:p>
        </p:txBody>
      </p:sp>
    </p:spTree>
    <p:extLst>
      <p:ext uri="{BB962C8B-B14F-4D97-AF65-F5344CB8AC3E}">
        <p14:creationId xmlns:p14="http://schemas.microsoft.com/office/powerpoint/2010/main" val="825264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14628-569C-4E4C-8092-2B1578C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The timeline changes the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348E4-2146-4752-BF7D-88447127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0E216-34C2-4C39-8931-738F5E4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C22EC-2A23-4506-BE84-B0E0CDE8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T0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A0CB6-148C-461A-B905-CAF3FD62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T1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4D3C0-27B8-446A-B26E-8C0775BF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62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T2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C85E1-8803-4C6F-A0E7-4738C717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876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BB12B-B035-4171-968A-682782F8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9D4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808F0-EABF-4073-8363-F69D1828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0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885ED-3581-4831-AD91-F0DA7B11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867C3-E84B-4055-87D6-95E7FC9A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Verified absence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0F260-2B6D-4962-B3FF-D1F70E9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4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Repeated recommendations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56AE4-3C5B-49B6-9165-81C274F3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Later registration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F477E-8546-455B-98C9-4973C3DD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Immutable 404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E0422-EC3F-4EF8-8CD7-C5CC90C2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Independent sources recur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1340D-897D-4A9E-9DB0-D114D012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Same logical origin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DF126-FF18-4EC1-9222-6AB48A59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0572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31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BE118-E563-4464-AB4F-04E97F04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998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404 proves absence.  401, 403, 429, 5xx, DNS and TLS failures remain UNKNOWN.</a:t>
            </a:r>
          </a:p>
        </p:txBody>
      </p:sp>
    </p:spTree>
    <p:extLst>
      <p:ext uri="{BB962C8B-B14F-4D97-AF65-F5344CB8AC3E}">
        <p14:creationId xmlns:p14="http://schemas.microsoft.com/office/powerpoint/2010/main" val="100392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3F624-36B4-4C9C-9FD4-70DC1271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The agent is the primary product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18BAC-4076-4608-B846-59780D42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44EEA-1158-475D-998C-F47DA9DD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077C6-5D45-4FA9-A137-91B05CF9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70610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2070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691A0-8571-44BD-BE71-67A09387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706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242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F6DFC-EF82-4988-BF25-2F6DAE35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rPr>
              <a:t>PROTECTED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2F437-8F1D-4215-95F4-7175ABE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9810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rPr>
              <a:t>$ pnpm add @sss-demo/reserved-synthetic@1.0.0</a:t>
            </a:r>
          </a:p>
          <a:p xmlns:a="http://schemas.openxmlformats.org/drawingml/2006/main">
            <a:pPr algn="l">
              <a:def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rPr>
              <a:t>SSS BLOCK — @sss-demo/reserved-synthetic@1.0.0</a:t>
            </a:r>
          </a:p>
          <a:p xmlns:a="http://schemas.openxmlformats.org/drawingml/2006/main">
            <a:pPr algn="l">
              <a:def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rPr>
              <a:t>Absence confidence: 100     Target attractiveness: 95</a:t>
            </a:r>
          </a:p>
          <a:p xmlns:a="http://schemas.openxmlformats.org/drawingml/2006/main">
            <a:pPr algn="l">
              <a:def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rPr>
              <a:t>Package policy risk: 75     Exit code: 23</a:t>
            </a:r>
          </a:p>
          <a:p xmlns:a="http://schemas.openxmlformats.org/drawingml/2006/main">
            <a:pPr algn="l">
              <a:def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rPr>
              <a:t>Installation was not started.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D4AA0-9DA8-4F4A-BEA8-D4467B2B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rPr>
              <a:t>ZERO package-manager children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B7A5B-B8FD-4277-BD97-4F19314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rPr>
              <a:t>Human intervention created</a:t>
            </a:r>
          </a:p>
        </p:txBody>
      </p:sp>
    </p:spTree>
    <p:extLst>
      <p:ext uri="{BB962C8B-B14F-4D97-AF65-F5344CB8AC3E}">
        <p14:creationId xmlns:p14="http://schemas.microsoft.com/office/powerpoint/2010/main" val="379844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1083B-CEC2-474C-8E6B-6C90EFA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Human control stays exact and temporary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CBAFF-EB5E-4A04-9E0B-4FCCB6EA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E43CA-661B-4708-9E7C-691DA9C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6A56-C5E3-4E69-BD9C-F6927369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rPr>
              <a:t>KEEP 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620E9-6EA6-4FA6-92D7-E0BCB30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Default when the operator does nothing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99B69-671D-4EFD-B0F2-34A0AC32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A7C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3A7C00"/>
                </a:solidFill>
                <a:latin typeface="Bitstream Charter"/>
                <a:ea typeface="Bitstream Charter"/>
                <a:cs typeface="Bitstream Charter"/>
              </a:rPr>
              <a:t>ALLOW ONCE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76D1E-35B9-4DF6-858F-F0C24A5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One package, version, registry and artifact hash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9B328-CA68-4AF1-A068-A61FD013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1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07177"/>
                </a:solidFill>
                <a:latin typeface="Bitstream Charter"/>
                <a:ea typeface="Bitstream Charter"/>
                <a:cs typeface="Bitstream Charter"/>
              </a:rPr>
              <a:t>RETRY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05A94-86A7-4022-9FE6-39513C30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0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Atomic consume. Changed fields or replay block.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797D8-D12E-4D42-9CA6-8FF354EE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7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7131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A1CD0-0026-4FC1-8456-1375BFD1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rPr>
              <a:t>Grant claims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D75A7-AA9D-4E9A-B55A-2665C0E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package  •  version  •  registry  •  artifact SHA-256  •  project  •  expiry  •  nonce  •  policy</a:t>
            </a:r>
          </a:p>
        </p:txBody>
      </p:sp>
    </p:spTree>
    <p:extLst>
      <p:ext uri="{BB962C8B-B14F-4D97-AF65-F5344CB8AC3E}">
        <p14:creationId xmlns:p14="http://schemas.microsoft.com/office/powerpoint/2010/main" val="735020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4C662-D12C-45B2-96FE-7754A76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Exasol is the memory and the operating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E8D4E-6E84-43D7-A92F-3AF84122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7B47A-0B73-4541-B391-2A92A4B9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2431B-6644-4371-B5C1-6EB57D2D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rPr>
              <a:t>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5957F-7BEE-4915-8425-DB544CDD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Immutable observations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Registry checks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Recurrence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0715C-4ABE-4289-B2ED-4A202DBC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C15A5-8008-43BB-BDF6-A2584BD7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rPr>
              <a:t>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9BC99-6D17-41FB-8C62-F0CEA3A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Versioned evidence reads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Deterministic scores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Decision attestations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EA94-123A-46DF-8776-384BAA92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625FF-3E2A-4608-825B-B874BD7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8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EF727-006C-4330-89E3-3D16CB2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Attempts and interventions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Single-use approvals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Worker cursors and 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6517C-648A-4470-AECE-98A20E68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Ordered migrations  •  parameterized queries  •  backup and restore</a:t>
            </a:r>
          </a:p>
        </p:txBody>
      </p:sp>
    </p:spTree>
    <p:extLst>
      <p:ext uri="{BB962C8B-B14F-4D97-AF65-F5344CB8AC3E}">
        <p14:creationId xmlns:p14="http://schemas.microsoft.com/office/powerpoint/2010/main" val="1540681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99A8C-9140-475A-8EE6-2F9D86F6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The fixed rehearsal makes the claim testable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9D739-CCFE-4F33-B41D-B372F32F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E922A-D0DF-415B-8AA7-AE4C5DED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4D39-B6AE-449F-8B67-E91C045A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AEDFE-64C7-4D7D-864E-AB08C655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verified recommendations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3D67A-58EE-4C0A-8009-3CA0231B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002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AB1E2-73F5-4FC8-B32C-ACF835B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model configurations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6C463-E5AA-4626-9C6D-00F49704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02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9320E-B5BA-46AE-A6E7-FDD558E3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client pseudonyms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09272-7B1F-482B-BB2B-2200CEB2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B3E2B-CB90-4D7D-87F8-22D4E775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public failed references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2173E-AC16-4322-8CD0-6C03A32F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002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07131A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29525-68D2-4F03-A0F7-5F23C685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62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3545B"/>
                </a:solidFill>
                <a:latin typeface="Bitstream Charter"/>
                <a:ea typeface="Bitstream Charter"/>
                <a:cs typeface="Bitstream Charter"/>
              </a:rPr>
              <a:t>observation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928E0-0B1A-4141-AD57-0E9C787B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76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31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88BC6-CCF3-4C53-8681-C6222BA0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B3871-668A-4426-88B7-C15D319C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24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rPr>
              <a:t>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148EC-C741-4676-AFAA-2DBBE4C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rPr>
              <a:t>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F5D87-240C-4BA6-9F93-893F0666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24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exit 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847DB-D72A-4C6C-B824-C6C86C3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absence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4A464-8443-476A-AA14-0369177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attractiveness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24257-ACF2-4D48-8103-53C6733F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policy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DF2A3-B04A-4E5B-B163-E59B40F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no child</a:t>
            </a:r>
          </a:p>
        </p:txBody>
      </p:sp>
    </p:spTree>
    <p:extLst>
      <p:ext uri="{BB962C8B-B14F-4D97-AF65-F5344CB8AC3E}">
        <p14:creationId xmlns:p14="http://schemas.microsoft.com/office/powerpoint/2010/main" val="308109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6480A-6819-4AAE-A62E-1C677FA3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Single organization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19525-29E4-4ADA-9BB1-30631C0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BAF91-2AEC-463F-A322-86EF3A8D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FD0BF-13CD-4F63-91B6-88CFF71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C9F64A"/>
                </a:solidFill>
                <a:latin typeface="Bitstream Charter"/>
                <a:ea typeface="Bitstream Charter"/>
                <a:cs typeface="Bitstream Charter"/>
              </a:rPr>
              <a:t>PROTECTED ZONE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169CE-AED1-4C77-8E20-4E4BBD9D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4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445CA-E2B9-41ED-A959-3ED720FD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819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Local coding agent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Package-manager shims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No direct registry route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No Docker socket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5CCED-8518-42AC-A98C-B75C8CE6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8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rPr>
              <a:t>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15439-38BB-4F60-968A-C8B7F23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42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5CF80-1349-48ED-A91A-9EA0A9B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2247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Guard API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Private Radar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Operator approvals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Registry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1294A-2FDE-4F83-B4B6-61E84844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705C"/>
                </a:solidFill>
                <a:latin typeface="Bitstream Charter"/>
                <a:ea typeface="Bitstream Charter"/>
                <a:cs typeface="Bitstream Charter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3F967-CD81-4733-965D-C7FFDFF3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4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5CF05-B215-4683-B3CF-7DED7125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2438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Exasol Personal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Approved model endpoint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Frozen registry origins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9C23B-0521-4932-B31B-3F9FA15A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Zero cost local qualification uses Exasol Docker Edition. Cloud infrastructure remains optional and billable.</a:t>
            </a:r>
          </a:p>
        </p:txBody>
      </p:sp>
    </p:spTree>
    <p:extLst>
      <p:ext uri="{BB962C8B-B14F-4D97-AF65-F5344CB8AC3E}">
        <p14:creationId xmlns:p14="http://schemas.microsoft.com/office/powerpoint/2010/main" val="85404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18111-90CD-4670-ACE8-3EF226F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333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6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58C2C-1130-4152-85B6-781BF467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3525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Package installs need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87D8E-AB76-453E-AE83-224726EC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F3F0E7"/>
                </a:solidFill>
                <a:latin typeface="Bitstream Charter"/>
                <a:ea typeface="Bitstream Charter"/>
                <a:cs typeface="Bitstream Charter"/>
              </a:rPr>
              <a:t>SSS remembers the absence, recognizes the transition and stops the agent before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080BD-CF13-4593-B744-4957D12E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9D4D4"/>
                </a:solidFill>
                <a:latin typeface="Bitstream Charter"/>
                <a:ea typeface="Bitstream Charter"/>
                <a:cs typeface="Bitstream Charter"/>
              </a:rPr>
              <a:t>SOURCE  •  RUNBOOK  •  REPRODUCIBLE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B825-8251-46D9-AB2E-CD75CDA2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9EB0B7"/>
                </a:solidFill>
                <a:latin typeface="Bitstream Charter"/>
                <a:ea typeface="Bitstream Charter"/>
                <a:cs typeface="Bitstream Charter"/>
              </a:rPr>
              <a:t>github.com / SSS</a:t>
            </a:r>
          </a:p>
        </p:txBody>
      </p:sp>
    </p:spTree>
    <p:extLst>
      <p:ext uri="{BB962C8B-B14F-4D97-AF65-F5344CB8AC3E}">
        <p14:creationId xmlns:p14="http://schemas.microsoft.com/office/powerpoint/2010/main" val="1898965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2026-09-14T04:51:30.5510000Z</dcterms:created>
  <dcterms:modified xsi:type="dcterms:W3CDTF">2026-09-14T04:51:30.5510000Z</dcterms:modified>
</coreProperties>
</file>